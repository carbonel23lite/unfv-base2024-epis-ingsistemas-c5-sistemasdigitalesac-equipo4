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48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7432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594360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FEDERICO VILLAREAL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24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Ingeniería Industrial y de Sistemas</a:t>
            </a:r>
            <a:endParaRPr lang="es-PE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Autónomo de Transporte Inteligente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Asistencia Logística Basado en Arduino UNO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4572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Digitales y Arquitectura de Computadoras
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Mamani Condori Oscar Melitón  |  Carbonel Chamorro Fabián Fabricio
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Villafuerte Barreto, Hernán  |  Lima, Perú 2026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4389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4407408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</a:t>
            </a:r>
            <a:endParaRPr lang="en-US" sz="1300" dirty="0"/>
          </a:p>
        </p:txBody>
      </p:sp>
      <p:pic>
        <p:nvPicPr>
          <p:cNvPr id="23" name="image1.png" descr="Planos de Logo de la universidad nacional federico villarreal, en Logos y  escudos - Símbolos - Planos de Casas - Planos de Construccion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098030" y="1047964"/>
            <a:ext cx="1497330" cy="296265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necesidad del sistema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y específicos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funcional del sistema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&amp; Materiales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y componentes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Desempeño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indicadores de evaluación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65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IoT &amp; 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futura del proyecto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Fases: Abril → Julio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DESCRIPCIÓN DEL PROBLEMA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060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 Operacional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6916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educativos, laboratorios y almacenes realizan el transporte interno de materiales manualmente, generando pérdida de tiempo y desorganización en tareas repetitivas.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060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60120"/>
            <a:ext cx="26060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Elevados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1568" y="16916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comerciales de vehículos autónomos guiados tienen costos elevados y requieren infraestructura especializada, dificultando su uso en proyectos académicos de bajo presupuesto.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060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6060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Educativa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necesidad de plataformas prácticas que permitan a estudiantes comprender la automatización, robótica y sistemas embebidos de forma accesible y económica.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445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PROPUESTA: Robot autónomo con Arduino UNO — seguimiento de línea + detección de obstáculos + bajo costo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OBJETIVOS DEL PROYECTO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autónomo de transporte inteligente basado en Arduino UNO, capaz de seguir trayectorias predefinidas y evitar obstáculos mediante sensores y actuadores electrónicos.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57860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7802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detección de línea con sensores infrarrojos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20040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9981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desplazamiento con motores DC y modulación PWM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822192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2160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sensor ultrasónico para evasión de obstáculos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88536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443984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434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máquina de estados finitos (FSM) para control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57860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47802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arquitectura del microcontrolador ATmega328P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044952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320040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09981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métricas de velocidad, tiempo de respuesta y memoria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666744"/>
            <a:ext cx="4114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3822192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72160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integración futura con tecnologías IoT e IA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DIAGRAMA DE BLOQUES DEL SISTEMA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Input → Process → Output (IPO)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103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10312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(Detección de línea)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210312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HC-SR04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(Obstáculos)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210312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40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(Pila 9V + AA)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2103120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057400"/>
            <a:ext cx="6400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3108960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3063240"/>
            <a:ext cx="6400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7168" y="4114800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4069080"/>
            <a:ext cx="6400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1188720"/>
            <a:ext cx="283464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3240" y="1783080"/>
            <a:ext cx="283464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1874520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Máquina de Estados Finitos (FSM)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PWM de motores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Lectura y procesamiento de sensores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Lógica de evasión de obstáculos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Comunicación UART (debug)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16168" y="2377440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331720"/>
            <a:ext cx="6400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6168" y="3566160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520440"/>
            <a:ext cx="6400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FF9F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(L298N Driver)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971800"/>
            <a:ext cx="228600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FF9F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(Señalización)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sensores actúan como entradas, el Arduino como unidad de procesamiento y los actuadores como salidas, controlados mediante drivers de potencia."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PLATAFORMA SELECCIONADA Y MATERIALES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4023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Arduino UNO?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36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 y fácil implementación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093976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compatibilidad de sensores y módulos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61518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C/C++ vía Arduino 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13639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998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PWM, timers, interrupciones y UART integrados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comunidad y documentación técnica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17880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42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análisis de registros y memoria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384048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14400"/>
            <a:ext cx="384048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Materiales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444752"/>
            <a:ext cx="38404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4630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368" y="1463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(ATmega328P)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84708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1847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Motores DC con motorreductor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212848"/>
            <a:ext cx="38404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2311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2231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L298N para motores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596896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2615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Sensores IR QRD1114 (seguimiento de línea)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980944"/>
            <a:ext cx="38404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9992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2999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 HC-SR04 (obstáculos)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364992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383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 loca + Par de llantas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749040"/>
            <a:ext cx="38404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7673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30368" y="3767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acrílico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133088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415137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30368" y="4151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9V + 4 baterías AA y portapilas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4517136"/>
            <a:ext cx="384048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453542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0368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 encendido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ALGORITMO BÁSICO (FSM)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4114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Pseudocódigo — Control FSM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Leer sensores
</a:t>
            </a:r>
            <a:r>
              <a:rPr lang="en-US" sz="13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hay obstáculo:
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detener
     girar
</a:t>
            </a:r>
            <a:r>
              <a:rPr lang="en-US" sz="13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SINO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avanzar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 SI
</a:t>
            </a: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DEL SISTEMA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70432"/>
            <a:ext cx="3840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D6A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70432"/>
            <a:ext cx="109728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704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AVANZAR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2161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detectada, sin obstáculo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084832"/>
            <a:ext cx="3840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084832"/>
            <a:ext cx="10972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848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1305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continua de sensores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999232"/>
            <a:ext cx="3840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76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99232"/>
            <a:ext cx="1097280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992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DETENER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30449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 a &lt; 20 cm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13632"/>
            <a:ext cx="3840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F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913632"/>
            <a:ext cx="1097280" cy="6858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91363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3959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Evasión y reorientación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FSM garantiza comportamiento determinístico y respuesta en tiempo real ante cada estado del entorno.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|  MÉTRICAS DE DESEMPEÑO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6459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10972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60120"/>
            <a:ext cx="164592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Detección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≥10/dist.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0" y="1143000"/>
            <a:ext cx="109728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011680"/>
            <a:ext cx="164592" cy="8686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066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Trayectoria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194560"/>
            <a:ext cx="109728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011680"/>
            <a:ext cx="164592" cy="8686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066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Energético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2194560"/>
            <a:ext cx="109728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63240"/>
            <a:ext cx="16459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Desplazamiento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246120"/>
            <a:ext cx="10972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06324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63240"/>
            <a:ext cx="164592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Correctas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3246120"/>
            <a:ext cx="10972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41148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114800"/>
            <a:ext cx="164592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1696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Sistema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≥1 sesión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4297680"/>
            <a:ext cx="109728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Instrumentos: Arduino millis()/micros(), HC-SR04, sensores IR, multímetro, cronómetro, observación directa.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|  PLAN DE CONTINUIDAD: IoT &amp; 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02336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0233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9552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 de las Cosas (IoT)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9144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WiFi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408176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/ ESP32 para conectividad inalámbrica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048256"/>
            <a:ext cx="9144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482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066544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Node-RED, ThingSpeak o Firebase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9144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066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724912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estado, obstáculos en tiempo real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9144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64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gráfica de métricas y eventos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9144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4041648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análisis de rutas recorridas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02336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77240"/>
            <a:ext cx="402336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79552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Inteligencia Artificial (IA)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389888"/>
            <a:ext cx="9144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3898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1408176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por refuerzo para navegación óptima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048256"/>
            <a:ext cx="9144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0482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2066544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ligeros en ESP32 / Raspberry 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706624"/>
            <a:ext cx="9144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066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724912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automática de rutas y evasión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364992"/>
            <a:ext cx="9144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364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338328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objetos con cámara + ML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023360"/>
            <a:ext cx="9144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023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4041648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autónomo inteligente y adaptable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|  CRONOGRAMA DE TRABAJO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2024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Conceptual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920240" cy="1499616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0078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64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3591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22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bibliográfica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1188720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914400"/>
            <a:ext cx="192024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Diseño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1572768"/>
            <a:ext cx="1920240" cy="2157984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700784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664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hardware/software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359152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322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componentes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301752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implementación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44568" y="1188720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914400"/>
            <a:ext cx="1920240" cy="5943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Desarrollo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1920240" cy="2816352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1700784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664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prototipo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359152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322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Arduino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017520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iniciales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675888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639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93408" y="1188720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03720" y="914400"/>
            <a:ext cx="1920240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12618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&amp; Cierre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1572768"/>
            <a:ext cx="1920240" cy="2157984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1700784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1664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40880" y="2359152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23225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informe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40880" y="3017520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total: 4 meses  |  Entrega final: Julio 2026  |  12 actividades planificadas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658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Banzi, M. Getting Started with Arduino. O'Reilly Media, 2022.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ATmega328P Microcontroller. Microchip Technology.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64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Official Documentation. arduino.cc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Official Documentation. mqtt.org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Documentation. nodered.org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172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Documentation. tensorflow.org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457200"/>
            <a:ext cx="3749040" cy="4389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777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760720" y="164592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Autónomo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Inteligente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Arduino UNO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Melitón Mamani Condori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822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Fabricio Carbonel Chamorro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Villafuerte Barreto, Hernán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Digitales y Arquitectura de Computadoras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Lima, Perú —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874</Words>
  <Application>Microsoft Office PowerPoint</Application>
  <PresentationFormat>Presentación en pantalla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Autónomo de Transporte Inteligente</dc:title>
  <dc:subject>PptxGenJS Presentation</dc:subject>
  <dc:creator>PptxGenJS</dc:creator>
  <cp:lastModifiedBy>OSCAR</cp:lastModifiedBy>
  <cp:revision>2</cp:revision>
  <dcterms:created xsi:type="dcterms:W3CDTF">2026-05-13T01:22:57Z</dcterms:created>
  <dcterms:modified xsi:type="dcterms:W3CDTF">2026-05-13T01:32:27Z</dcterms:modified>
</cp:coreProperties>
</file>